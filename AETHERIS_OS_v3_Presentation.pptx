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AETHERIS OS v3.0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Enterprise Intelligence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Platform. One Intelligence Layer. One Autonomous Enterprise.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Channels → Agents → Neural Core → Knowledge Graph → Data Fabric → Automation → Security →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MAEW AI, Sales AI, Marketing AI, Finance AI, Operations AI, Analytics AI, Executive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AETHERIS Neural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Orchestrator, Decision Engine, Workflow Brain, Enterprise Memory, AI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&amp; Data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customers, products, finance, operations, CRM, ERP, HR, Data Warehouse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ARR, MRR, NRR, Forecast, Churn Risk, Cashflow, AI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business scenarios before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v1.0 Foundation → v2.0 Intelligence Platform → v3.0 Autonomous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Enterprise AI Operating System for Southeast Asia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